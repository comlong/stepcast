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submit an expense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515600" cy="4572000"/>
          </a:xfrm>
        </p:spPr>
        <p:txBody>
          <a:bodyPr/>
          <a:lstStyle/>
          <a:p>
            <a:r>
              <a:t>Open the Finance portal and sign in</a:t>
            </a:r>
          </a:p>
          <a:p>
            <a:pPr/>
            <a:r>
              <a:t>Click New report in the top menu</a:t>
            </a:r>
          </a:p>
          <a:p>
            <a:pPr lvl="1"/>
            <a:r>
              <a:t>Choose the cost center</a:t>
            </a:r>
          </a:p>
          <a:p>
            <a:pPr/>
            <a:r>
              <a:t>Attach all receipts as PDF or photo</a:t>
            </a:r>
          </a:p>
          <a:p>
            <a:pPr/>
            <a:r>
              <a:t>Check the totals before sending</a:t>
            </a:r>
          </a:p>
          <a:p>
            <a:pPr/>
            <a:r>
              <a:t>Submit and wait for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0292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0292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two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50292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three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023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Right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