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video" Target="file:///C:/Users/author/Videos/product-demo.mp4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Relationship Id="rId5" Type="http://schemas.openxmlformats.org/officeDocument/2006/relationships/video" Target="https://www.youtube.com/embed/dQw4w9WgXcQ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microsoft.com/office/2007/relationships/media" Target="../media/media1.mp4"/><Relationship Id="rId3" Type="http://schemas.openxmlformats.org/officeDocument/2006/relationships/video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1 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2 页：嵌入视频（剪辑 2~7 秒）</a:t>
            </a:r>
          </a:p>
        </p:txBody>
      </p:sp>
      <p:pic>
        <p:nvPicPr>
          <p:cNvPr id="3" name="clip10.mp4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>
                  <p14:trim st="2000" end="3000"/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14400" y="182880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3 页：链接的视频</a:t>
            </a:r>
          </a:p>
        </p:txBody>
      </p:sp>
      <p:pic>
        <p:nvPicPr>
          <p:cNvPr id="3" name="clip10.mp4">
            <a:hlinkClick r:id="" action="ppaction://media"/>
          </p:cNvPr>
          <p:cNvPicPr>
            <a:picLocks noChangeAspect="1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>
            <a:off x="1828800" y="182880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4 页：在线视频</a:t>
            </a:r>
          </a:p>
        </p:txBody>
      </p:sp>
      <p:pic>
        <p:nvPicPr>
          <p:cNvPr id="3" name="clip10.mp4">
            <a:hlinkClick r:id="" action="ppaction://media"/>
          </p:cNvPr>
          <p:cNvPicPr>
            <a:picLocks noChangeAspect="1"/>
          </p:cNvPicPr>
          <p:nvPr>
            <a:videoFile r:link="rId5"/>
          </p:nvPr>
        </p:nvPicPr>
        <p:blipFill>
          <a:blip r:embed="rId4"/>
          <a:stretch>
            <a:fillRect/>
          </a:stretch>
        </p:blipFill>
        <p:spPr>
          <a:xfrm>
            <a:off x="1828800" y="1828800"/>
            <a:ext cx="5852160" cy="32918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第 5 页：组合里的视频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7315200" y="4114800"/>
            <a:ext cx="3657600" cy="2057400"/>
            <a:chOff x="0" y="0"/>
            <a:chExt cx="7315200" cy="4114800"/>
          </a:xfrm>
        </p:grpSpPr>
        <p:pic>
          <p:nvPicPr>
            <p:cNvPr id="4" name="clip10.mp4">
              <a:hlinkClick r:id="" action="ppaction://media"/>
            </p:cNvPr>
            <p:cNvPicPr>
              <a:picLocks noChangeAspect="1"/>
            </p:cNvPicPr>
            <p:nvPr>
              <a:videoFile r:link="rId3"/>
              <p:extLst>
                <p:ext uri="{DAA4B4D4-6D71-4841-9C94-3DE7FCFB9230}">
                  <p14:media xmlns:p14="http://schemas.microsoft.com/office/powerpoint/2010/main" r:embed="rId2"/>
                </p:ext>
              </p:extLst>
            </p:nvPr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7315200" cy="4114800"/>
            </a:xfrm>
            <a:prstGeom prst="rect">
              <a:avLst/>
            </a:prstGeom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