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接下来请看这段演示视频。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Relationship Id="rId5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 1 页：开场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 2 页：看这段演示</a:t>
            </a:r>
          </a:p>
        </p:txBody>
      </p:sp>
      <p:pic>
        <p:nvPicPr>
          <p:cNvPr id="3" name="clip10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200400" y="1828800"/>
            <a:ext cx="5852160" cy="32918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 3 页：总结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