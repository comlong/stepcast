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欢迎来到销售对话培训，这是我们认为标准的开场讲解。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第二页，先确认客户需求，再介绍产品。</a:t>
            </a:r>
          </a:p>
          <a:p>
            <a:r>
              <a:t>注意语气要自然。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TextBox 3"/>
          <p:cNvSpPr txBox="1"/>
          <p:nvPr/>
        </p:nvSpPr>
        <p:spPr>
          <a:xfrm>
            <a:off x="914400" y="45720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第四页的备注写在普通文本框里，不在标准占位符中。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1 页标题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 1 页的正文要点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2 页标题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 2 页的正文要点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3 页标题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 3 页的正文要点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4 页标题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 4 页的正文要点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